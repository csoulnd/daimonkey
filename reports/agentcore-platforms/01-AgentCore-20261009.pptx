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7" r:id="rId1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调研日期：2026-10-09。官方文档会持续更新，功能可用性需按地域和版本核对。</a:t>
            </a:r>
          </a:p>
          <a:p>
            <a:r>
              <a:t>范围：阿里云 AgentCore 与 Amazon Bedrock AgentCore。未读取到用户提供的 ChatGPT 项目内容，链接要求登录。本报告基于公开官方资料和当前对话。未执行产品实测。</a:t>
            </a:r>
          </a:p>
          <a:p>
            <a:r>
              <a:t>来源：</a:t>
            </a:r>
          </a:p>
          <a:p>
            <a:r>
              <a:t>https://help.aliyun.com/zh/agentcore/agentcore-product-overview</a:t>
            </a:r>
          </a:p>
          <a:p>
            <a:r>
              <a:t>https://github.com/awslabs/agentcore-samples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调研日期：2026-10-09。官方文档会持续更新，功能可用性需按地域和版本核对。</a:t>
            </a:r>
          </a:p>
          <a:p>
            <a:r>
              <a:t>以下选型方向属于调研判断，不代表性能或成本实测结果。公开信息未证明两个产品存在代码继承关系。</a:t>
            </a:r>
          </a:p>
          <a:p>
            <a:r>
              <a:t>来源：</a:t>
            </a:r>
          </a:p>
          <a:p>
            <a:r>
              <a:t>https://help.aliyun.com/zh/agentcore/agent-instructions-managed-harness</a:t>
            </a:r>
          </a:p>
          <a:p>
            <a:r>
              <a:t>https://docs.aws.amazon.com/bedrock-agentcore/latest/devguide/harness.html</a:t>
            </a:r>
          </a:p>
          <a:p>
            <a:r>
              <a:t>https://docs.aws.amazon.com/bedrock-agentcore/latest/devguide/agents-tools-runtime.html</a:t>
            </a:r>
          </a:p>
          <a:p>
            <a:r>
              <a:t>https://github.com/awslabs/agentcore-samples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调研日期：2026-10-09。官方文档会持续更新，功能可用性需按地域和版本核对。</a:t>
            </a:r>
          </a:p>
          <a:p>
            <a:r>
              <a:t>官方确认：AWS Harness 由 Strands 驱动。尚未确认：阿里云平台是否直接构建于 AgentRun、FC 或 Kubernetes，AWS 云端完整内部实现，以及双方代码继承关系。</a:t>
            </a:r>
          </a:p>
          <a:p>
            <a:r>
              <a:t>来源：</a:t>
            </a:r>
          </a:p>
          <a:p>
            <a:r>
              <a:t>https://help.aliyun.com/zh/agentcore/agent-instructions-managed-harness</a:t>
            </a:r>
          </a:p>
          <a:p>
            <a:r>
              <a:t>https://docs.aws.amazon.com/bedrock-agentcore/latest/devguide/harness.html</a:t>
            </a:r>
          </a:p>
          <a:p>
            <a:r>
              <a:t>https://docs.aws.amazon.com/bedrock-agentcore/latest/devguide/agents-tools-runtime.html</a:t>
            </a:r>
          </a:p>
          <a:p>
            <a:r>
              <a:t>https://help.aliyun.com/zh/agentcore/high-code-agent-deployment-guide</a:t>
            </a:r>
          </a:p>
          <a:p>
            <a:r>
              <a:t>https://help.aliyun.com/zh/agentcore/agentcore-python-sdk-user-guide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调研日期：2026-10-09。官方文档会持续更新，功能可用性需按地域和版本核对。</a:t>
            </a:r>
          </a:p>
          <a:p>
            <a:r>
              <a:t>本页按产品概述归纳平台能力，不意味着所有构建模式均支持相同功能。纳管 Agent 与容器托管 Agent 是不同接入方式。</a:t>
            </a:r>
          </a:p>
          <a:p>
            <a:r>
              <a:t>来源：</a:t>
            </a:r>
          </a:p>
          <a:p>
            <a:r>
              <a:t>https://help.aliyun.com/zh/agentcore/agentcore-product-overview</a:t>
            </a:r>
          </a:p>
          <a:p>
            <a:r>
              <a:t>https://help.aliyun.com/zh/agentcore/manage-agents</a:t>
            </a:r>
          </a:p>
          <a:p>
            <a:r>
              <a:t>https://help.aliyun.com/zh/agentcore/agentcore-sdk-overview</a:t>
            </a:r>
          </a:p>
          <a:p>
            <a:r>
              <a:t>https://help.aliyun.com/zh/agentcore/high-code-agent-deployment-guide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调研日期：2026-10-09。官方文档会持续更新，功能可用性需按地域和版本核对。</a:t>
            </a:r>
          </a:p>
          <a:p>
            <a:r>
              <a:t>详细托管 Harness 指南比产品概述更具体：知识库、长期记忆、工具审批与人工交互、环境变量列为暂不支持。SDK 的记忆接口和知识库连接是平台其他路径，不能直接等同于托管 Harness 已支持。</a:t>
            </a:r>
          </a:p>
          <a:p>
            <a:r>
              <a:t>来源：</a:t>
            </a:r>
          </a:p>
          <a:p>
            <a:r>
              <a:t>https://help.aliyun.com/zh/agentcore/agent-instructions-managed-harness</a:t>
            </a:r>
          </a:p>
          <a:p>
            <a:r>
              <a:t>https://help.aliyun.com/zh/agentcore/agentcore-sdk-overview</a:t>
            </a:r>
          </a:p>
          <a:p>
            <a:r>
              <a:t>https://help.aliyun.com/zh/agentcore/connect-the-refined-knowledge-base-in-the-agentcore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调研日期：2026-10-09。官方文档会持续更新，功能可用性需按地域和版本核对。</a:t>
            </a:r>
          </a:p>
          <a:p>
            <a:r>
              <a:t>右图为 AWS 官方组件图原图。它用于展示服务分层，托管 Harness 的最新能力另见 Harness 文档。服务可组合使用，也可独立接入。</a:t>
            </a:r>
          </a:p>
          <a:p>
            <a:r>
              <a:t>来源：</a:t>
            </a:r>
          </a:p>
          <a:p>
            <a:r>
              <a:t>https://docs.aws.amazon.com/bedrock-agentcore/latest/devguide/what-is-bedrock-agentcore.html</a:t>
            </a:r>
          </a:p>
          <a:p>
            <a:r>
              <a:t>https://docs.aws.amazon.com/bedrock-agentcore/latest/devguide/harness.html</a:t>
            </a:r>
          </a:p>
          <a:p>
            <a:r>
              <a:t>https://docs.aws.amazon.com/images/bedrock-agentcore/latest/devguide/images/agentcore_all_components_final.png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调研日期：2026-10-09。官方文档会持续更新，功能可用性需按地域和版本核对。</a:t>
            </a:r>
          </a:p>
          <a:p>
            <a:r>
              <a:t>microVM 会话最长 8 小时，Instances 会话最长 14 天，均按当前文档，须核对生命周期配置。专用 microVM 隔离机制不能套用到 Instances 模式。</a:t>
            </a:r>
          </a:p>
          <a:p>
            <a:r>
              <a:t>来源：</a:t>
            </a:r>
          </a:p>
          <a:p>
            <a:r>
              <a:t>https://docs.aws.amazon.com/bedrock-agentcore/latest/devguide/agents-tools-runtime.html</a:t>
            </a:r>
          </a:p>
          <a:p>
            <a:r>
              <a:t>https://docs.aws.amazon.com/bedrock-agentcore/latest/devguide/harness.html</a:t>
            </a:r>
          </a:p>
          <a:p>
            <a:br/>
            <a:r>
              <a:t>阿里云会话资料：https://help.aliyun.com/zh/agentcore/agent-instructions-managed-harness。不据此推断阿里云底层虚拟化技术或安全等级。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调研日期：2026-10-09。官方文档会持续更新，功能可用性需按地域和版本核对。</a:t>
            </a:r>
          </a:p>
          <a:p>
            <a:r>
              <a:t>高代码路径的 SDK 和应用框架负责资源访问与执行，镜像构建、资源创建与部署属于独立流程。AWS 当前 README 推荐 @aws/agentcore CLI，部分目录仍保留旧 Starter Toolkit 依赖。</a:t>
            </a:r>
          </a:p>
          <a:p>
            <a:r>
              <a:t>来源：</a:t>
            </a:r>
          </a:p>
          <a:p>
            <a:r>
              <a:t>https://help.aliyun.com/zh/agentcore/high-code-agent-deployment-guide</a:t>
            </a:r>
          </a:p>
          <a:p>
            <a:r>
              <a:t>https://help.aliyun.com/zh/agentcore/agentcore-sdk-overview</a:t>
            </a:r>
          </a:p>
          <a:p>
            <a:r>
              <a:t>https://help.aliyun.com/zh/agentcore/agentcore-python-sdk-user-guide</a:t>
            </a:r>
          </a:p>
          <a:p>
            <a:r>
              <a:t>https://help.aliyun.com/zh/agentcore/agentcore-java-sdk-usage-guide</a:t>
            </a:r>
          </a:p>
          <a:p>
            <a:r>
              <a:t>https://github.com/aws/bedrock-agentcore-sdk-python</a:t>
            </a:r>
          </a:p>
          <a:p>
            <a:r>
              <a:t>https://github.com/awslabs/agentcore-samples</a:t>
            </a:r>
          </a:p>
          <a:p>
            <a:br/>
            <a:r>
              <a:t>AWS Harness 导出说明：https://docs.aws.amazon.com/bedrock-agentcore/latest/devguide/harness.html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调研日期：2026-10-09。官方文档会持续更新，功能可用性需按地域和版本核对。</a:t>
            </a:r>
          </a:p>
          <a:p>
            <a:r>
              <a:t>表中“平台”与“托管 Harness”分开。未找到相同服务或能力的公开证据，不等同于绝对不支持。AWS 观测采用 OTEL，与 CloudWatch 集成。阿里云使用 AgentLoop Trace，工作空间自动绑定 AgentLoop。</a:t>
            </a:r>
          </a:p>
          <a:p>
            <a:r>
              <a:t>来源：</a:t>
            </a:r>
          </a:p>
          <a:p>
            <a:r>
              <a:t>https://help.aliyun.com/zh/agentcore/agent-instructions-managed-harness</a:t>
            </a:r>
          </a:p>
          <a:p>
            <a:r>
              <a:t>https://help.aliyun.com/zh/agentcore/agentcore-sdk-overview</a:t>
            </a:r>
          </a:p>
          <a:p>
            <a:r>
              <a:t>https://help.aliyun.com/zh/agentcore/connect-the-refined-knowledge-base-in-the-agentcore</a:t>
            </a:r>
          </a:p>
          <a:p>
            <a:r>
              <a:t>https://docs.aws.amazon.com/bedrock-agentcore/latest/devguide/what-is-bedrock-agentcore.html</a:t>
            </a:r>
          </a:p>
          <a:p>
            <a:r>
              <a:t>https://docs.aws.amazon.com/bedrock-agentcore/latest/devguide/agents-tools-runtime.html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调研日期：2026-10-09。官方文档会持续更新，功能可用性需按地域和版本核对。</a:t>
            </a:r>
          </a:p>
          <a:p>
            <a:r>
              <a:t>本页是基于公开产品能力的选型判断，未做性能、稳定性或成本实测。选型必须以数据驻留、已有云资产与真实工作负载验证为前提。</a:t>
            </a:r>
          </a:p>
          <a:p>
            <a:r>
              <a:t>来源：</a:t>
            </a:r>
          </a:p>
          <a:p>
            <a:r>
              <a:t>https://help.aliyun.com/zh/agentcore/agentcore-product-overview</a:t>
            </a:r>
          </a:p>
          <a:p>
            <a:r>
              <a:t>https://docs.aws.amazon.com/bedrock-agentcore/latest/devguide/what-is-bedrock-agentcore.html</a:t>
            </a:r>
          </a:p>
          <a:p>
            <a:r>
              <a:t>https://help.aliyun.com/zh/agentcore/agent-instructions-managed-harness</a:t>
            </a:r>
          </a:p>
          <a:p>
            <a:r>
              <a:t>https://docs.aws.amazon.com/bedrock-agentcore/latest/devguide/harness.html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09600" y="1762125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4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AgentCore 产品调研</a:t>
            </a:r>
            <a:endParaRPr sz="4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3817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AEC0D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00" b="0">
                <a:solidFill>
                  <a:srgbClr val="AEC0D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AEC0D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 AgentCore 产品调研</a:t>
            </a:r>
            <a:endParaRPr sz="1200" b="0">
              <a:solidFill>
                <a:srgbClr val="AEC0D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3095625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0">
                <a:solidFill>
                  <a:srgbClr val="70D3D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700" b="0">
                <a:solidFill>
                  <a:srgbClr val="70D3D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0">
                <a:solidFill>
                  <a:srgbClr val="70D3D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阿里云 AgentCore</a:t>
            </a:r>
            <a:endParaRPr sz="2700" b="0">
              <a:solidFill>
                <a:srgbClr val="70D3D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3781425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0">
                <a:solidFill>
                  <a:srgbClr val="F6B5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700" b="0">
                <a:solidFill>
                  <a:srgbClr val="F6B5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0">
                <a:solidFill>
                  <a:srgbClr val="F6B5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Amazon Bedrock AgentCore</a:t>
            </a:r>
            <a:endParaRPr sz="2700" b="0">
              <a:solidFill>
                <a:srgbClr val="F6B5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5095875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D6E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100" b="0">
                <a:solidFill>
                  <a:srgbClr val="D6E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D6E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技术基础、能力边界与选型建议</a:t>
            </a:r>
            <a:endParaRPr sz="2100" b="0">
              <a:solidFill>
                <a:srgbClr val="D6E1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573405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AEC0D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500" b="0">
                <a:solidFill>
                  <a:srgbClr val="AEC0D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AEC0D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年 10 月 9 日</a:t>
            </a:r>
            <a:endParaRPr sz="1500" b="0">
              <a:solidFill>
                <a:srgbClr val="AEC0D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609600" y="4572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核心结论</a:t>
            </a:r>
            <a:endParaRPr sz="3150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3817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 AgentCore 产品调研</a:t>
            </a:r>
            <a:endParaRPr sz="1125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571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17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两者都覆盖托管运行与 Agent 治理</a:t>
            </a:r>
            <a:endParaRPr sz="2175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028825"/>
            <a:ext cx="109728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阿里云突出 Workspace、Team 和企业渠道。AWS 提供可独立组合的基础设施服务。</a:t>
            </a:r>
            <a:endParaRPr sz="1950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29527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17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执行引擎的来源可以确认</a:t>
            </a:r>
            <a:endParaRPr sz="2175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3409950"/>
            <a:ext cx="109728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阿里云托管 Harness 使用 QwenPaw／Qoder。AWS 托管 Harness 由 Strands Agents 驱动。</a:t>
            </a:r>
            <a:endParaRPr sz="1950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33387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17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平台实现与应用框架需要分开判断</a:t>
            </a:r>
            <a:endParaRPr sz="2175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4791075"/>
            <a:ext cx="1097280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Runtime 支持多框架。示例和 SDK 源码无法证明云端平台的内部实现或双方的代码关系。</a:t>
            </a:r>
            <a:endParaRPr sz="1950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技术基础的三个层次</a:t>
            </a:r>
            <a:endParaRPr sz="3150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3817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 AgentCore 产品调研</a:t>
            </a:r>
            <a:endParaRPr sz="1125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524000"/>
          <a:ext cx="10972800" cy="4191000"/>
        </p:xfrm>
        <a:graphic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838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层次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42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阿里云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42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AWS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4283E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Agent Loop</a:t>
                      </a:r>
                      <a:endParaRPr sz="1725" b="1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QwenPaw／Qoder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自定义 Agent 可保留原框架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托管 Harness 基于 Strands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Runtime 接受自定义框架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平台与运行环境</a:t>
                      </a:r>
                      <a:endParaRPr sz="1725" b="1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AgentCore 托管实例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高代码容器部署、Session 管理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AgentCore Runtime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microVM 或托管 EC2 Instances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CF1F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支持组件</a:t>
                      </a:r>
                      <a:endParaRPr sz="1725" b="1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CMS、PrivateLink、SchedulerX3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OSS、ACR 等云服务集成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Memory、Gateway、Identity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CloudWatch 等 AWS 服务集成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公开信息边界</a:t>
                      </a:r>
                      <a:endParaRPr sz="1725" b="1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平台完整源码与内部栈未确认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示例／SDK 已公开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云端完整实现未在示例仓库提供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590550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框架适配说明兼容能力，不能直接证明平台开发来源</a:t>
            </a:r>
            <a:endParaRPr sz="1725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09600" y="4572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阿里云：统一工作空间与协作治理</a:t>
            </a:r>
            <a:endParaRPr sz="3150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3817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 AgentCore 产品调研</a:t>
            </a:r>
            <a:endParaRPr sz="1125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4287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02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资源围绕 Workspace 组织</a:t>
            </a:r>
            <a:endParaRPr sz="2025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88595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模型连接、Agent、Skill、MCP 和凭证在工作空间中管理。</a:t>
            </a:r>
            <a:endParaRPr sz="1800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254317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02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多种构建方式覆盖不同开发投入</a:t>
            </a:r>
            <a:endParaRPr sz="2025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3000375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托管 Harness 通过配置创建。高代码 Agent 使用自定义容器镜像。已有 Agent 可按纳管流程接入。</a:t>
            </a:r>
            <a:endParaRPr sz="1800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36576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02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企业协作入口</a:t>
            </a:r>
            <a:endParaRPr sz="2025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4114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Team 组织多 Agent 协作，渠道连接器接入钉钉、飞书和企业微信。</a:t>
            </a:r>
            <a:endParaRPr sz="1800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47720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02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平台集成阿里云服务</a:t>
            </a:r>
            <a:endParaRPr sz="2025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5229225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Tracing 使用 CMS，私网连接使用 PrivateLink，分布式调度依赖 SchedulerX3。</a:t>
            </a:r>
            <a:endParaRPr sz="1800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阿里云托管 Harness 的能力边界</a:t>
            </a:r>
            <a:endParaRPr sz="3150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3817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 AgentCore 产品调研</a:t>
            </a:r>
            <a:endParaRPr sz="1125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571625"/>
          <a:ext cx="10972800" cy="4095750"/>
        </p:xfrm>
        <a:graphic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682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42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QwenPaw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42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Qoder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4283E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模型来源</a:t>
                      </a:r>
                      <a:endParaRPr sz="1725" b="1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支持平台模型提供方切换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原生模型，不支持通用 BYOK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执行能力</a:t>
                      </a:r>
                      <a:endParaRPr sz="1725" b="1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Shell、文件工具、Skill、Subagent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Shell、文件工具、Skill、Subagent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CF1F6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上下文压缩</a:t>
                      </a:r>
                      <a:endParaRPr sz="1725" b="1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QwenPaw 原生机制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Qoder 原生机制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存储与工具</a:t>
                      </a:r>
                      <a:endParaRPr sz="1725" b="1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OSS 挂载、MCP 工具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OSS 挂载、MCP 工具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CF1F6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当前限制</a:t>
                      </a:r>
                      <a:endParaRPr sz="1725" b="1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知识库／长期记忆暂不支持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工具审批／人工交互暂不支持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知识库／长期记忆暂不支持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工具审批／人工交互暂不支持</a:t>
                      </a:r>
                      <a:endParaRPr sz="1725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59055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007C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725" b="0">
                <a:solidFill>
                  <a:srgbClr val="007C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007C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 SDK 有记忆接口，托管 Harness 是否支持需单独核对</a:t>
            </a:r>
            <a:endParaRPr sz="1725" b="0">
              <a:solidFill>
                <a:srgbClr val="007C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609600" y="4572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AWS：可组合的 Agent 基础设施</a:t>
            </a:r>
            <a:endParaRPr sz="3150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3817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  AgentCore 产品调研</a:t>
            </a:r>
            <a:endParaRPr sz="1125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714500"/>
            <a:ext cx="4286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02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托管 Harness</a:t>
            </a:r>
            <a:endParaRPr sz="2025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171700"/>
            <a:ext cx="428625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配置模型、指令和工具。</a:t>
            </a:r>
            <a:endParaRPr sz="1800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执行引擎由 Strands 驱动。</a:t>
            </a:r>
            <a:endParaRPr sz="1800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095625"/>
            <a:ext cx="4286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02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Runtime</a:t>
            </a:r>
            <a:endParaRPr sz="2025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3552825"/>
            <a:ext cx="428625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托管自定义 Agent 或工具，</a:t>
            </a:r>
            <a:endParaRPr sz="1800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保留应用的框架选择。</a:t>
            </a:r>
            <a:endParaRPr sz="1800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476750"/>
            <a:ext cx="4286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02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按需组合服务</a:t>
            </a:r>
            <a:endParaRPr sz="2025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4933950"/>
            <a:ext cx="4286250" cy="923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Memory、Gateway、Identity，</a:t>
            </a:r>
            <a:endParaRPr sz="1800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以及工具、观测和评估服务。</a:t>
            </a:r>
            <a:endParaRPr sz="1800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6375" y="1471929"/>
            <a:ext cx="6286500" cy="44856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AWS Runtime 的隔离与运行模式</a:t>
            </a:r>
            <a:endParaRPr sz="3150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3817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  AgentCore 产品调研</a:t>
            </a:r>
            <a:endParaRPr sz="1125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619250"/>
          <a:ext cx="10972800" cy="3524250"/>
        </p:xfrm>
        <a:graphic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7048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42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microVM 模式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42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Instances 模式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4283E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运行环境</a:t>
                      </a:r>
                      <a:endParaRPr sz="1800" b="1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每个会话专用 microVM</a:t>
                      </a:r>
                      <a:endParaRPr sz="1800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用户账号中的 AWS 托管 EC2</a:t>
                      </a:r>
                      <a:endParaRPr sz="1800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资源隔离</a:t>
                      </a:r>
                      <a:endParaRPr sz="1800" b="1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独立 CPU、内存、文件系统</a:t>
                      </a:r>
                      <a:endParaRPr sz="1800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可由多个 Agent 共用实例</a:t>
                      </a:r>
                      <a:endParaRPr sz="1800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CF1F6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典型需求</a:t>
                      </a:r>
                      <a:endParaRPr sz="1800" b="1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按会话弹性运行</a:t>
                      </a:r>
                      <a:endParaRPr sz="1800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需要强会话隔离的应用</a:t>
                      </a:r>
                      <a:endParaRPr sz="1800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持久会话、GPU 工作负载</a:t>
                      </a:r>
                      <a:endParaRPr sz="1800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多个 Agent 在共享实例协作</a:t>
                      </a:r>
                      <a:endParaRPr sz="1800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会话时长</a:t>
                      </a:r>
                      <a:endParaRPr sz="1800" b="1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最长 8 小时</a:t>
                      </a:r>
                      <a:endParaRPr sz="1800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最长 14 天</a:t>
                      </a:r>
                      <a:endParaRPr sz="1800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55245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87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阿里云文档描述单实例可承载多个 Session，Session 共享 CPU 与内存</a:t>
            </a:r>
            <a:endParaRPr sz="1875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609600" y="4572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开发与部署方式对比</a:t>
            </a:r>
            <a:endParaRPr sz="3150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3817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  AgentCore 产品调研</a:t>
            </a:r>
            <a:endParaRPr sz="1125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5240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007C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250" b="1">
                <a:solidFill>
                  <a:srgbClr val="007C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7C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阿里云 AgentCore</a:t>
            </a:r>
            <a:endParaRPr sz="2250" b="1">
              <a:solidFill>
                <a:srgbClr val="007C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381750" y="15240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C66B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250" b="1">
                <a:solidFill>
                  <a:srgbClr val="C66B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C66B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Amazon Bedrock AgentCore</a:t>
            </a:r>
            <a:endParaRPr sz="2250" b="1">
              <a:solidFill>
                <a:srgbClr val="C66B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217170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配置化创建</a:t>
            </a:r>
            <a:endParaRPr sz="1950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2628900"/>
            <a:ext cx="5048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 QwenPaw／Qoder，绑定模型与资产后托管运行。</a:t>
            </a:r>
            <a:endParaRPr sz="1725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32956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代码开发</a:t>
            </a:r>
            <a:endParaRPr sz="1950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3752850"/>
            <a:ext cx="5048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Python、Node.js／TypeScript 和 Java 文档提供框架适配。</a:t>
            </a:r>
            <a:endParaRPr sz="1725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441960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部署路径</a:t>
            </a:r>
            <a:endParaRPr sz="1950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4876800"/>
            <a:ext cx="5048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构建容器并推送企业版 ACR，配置端口、探针与执行角色。</a:t>
            </a:r>
            <a:endParaRPr sz="1725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381750" y="217170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配置化创建</a:t>
            </a:r>
            <a:endParaRPr sz="1950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381750" y="2628900"/>
            <a:ext cx="5048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托管 Harness 管理执行循环，也支持导出 Strands 代码。</a:t>
            </a:r>
            <a:endParaRPr sz="1725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81750" y="32956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代码开发</a:t>
            </a:r>
            <a:endParaRPr sz="1950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381750" y="3752850"/>
            <a:ext cx="5048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SDK 包装应用入口，Runtime 保留框架与模型选择。</a:t>
            </a:r>
            <a:endParaRPr sz="1725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381750" y="441960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部署路径</a:t>
            </a:r>
            <a:endParaRPr sz="1950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381750" y="4876800"/>
            <a:ext cx="5048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AgentCore CLI 创建、开发和部署，或使用 CDK／Terraform。</a:t>
            </a:r>
            <a:endParaRPr sz="1725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609600" y="4572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能力对比需要明确产品模式</a:t>
            </a:r>
            <a:endParaRPr sz="3150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3817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  AgentCore 产品调研</a:t>
            </a:r>
            <a:endParaRPr sz="1125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476375"/>
          <a:ext cx="10972800" cy="4429128"/>
        </p:xfrm>
        <a:graphic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7381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能力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42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阿里云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42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AWS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4283E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工具接入</a:t>
                      </a:r>
                      <a:endParaRPr sz="1650" b="1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平台 MCP，Harness 通过 mcporter</a:t>
                      </a:r>
                      <a:endParaRPr sz="1650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Gateway 统一 API／Lambda／MCP</a:t>
                      </a:r>
                      <a:endParaRPr sz="1650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知识与记忆</a:t>
                      </a:r>
                      <a:endParaRPr sz="1650" b="1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平台 SDK 支持 MemoryStore</a:t>
                      </a:r>
                      <a:endParaRPr sz="1650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托管 Harness 暂不支持长期记忆</a:t>
                      </a:r>
                      <a:endParaRPr sz="1650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Memory 服务</a:t>
                      </a:r>
                      <a:endParaRPr sz="1650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Harness 文档说明跨会话记忆</a:t>
                      </a:r>
                      <a:endParaRPr sz="1650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CF1F6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执行工具</a:t>
                      </a:r>
                      <a:endParaRPr sz="1650" b="1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Harness 内置 Shell／文件／Chromium</a:t>
                      </a:r>
                      <a:endParaRPr sz="1650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独立 Browser／Code Interpreter</a:t>
                      </a:r>
                      <a:endParaRPr sz="1650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观测与评估</a:t>
                      </a:r>
                      <a:endParaRPr sz="1650" b="1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AgentLoop Trace</a:t>
                      </a:r>
                      <a:endParaRPr sz="1650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产品定位覆盖观测与评估</a:t>
                      </a:r>
                      <a:endParaRPr sz="1650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Observability／Evaluations</a:t>
                      </a:r>
                      <a:endParaRPr sz="1650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支持优化与实验</a:t>
                      </a:r>
                      <a:endParaRPr sz="1650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CF1F6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协作与权限</a:t>
                      </a:r>
                      <a:endParaRPr sz="1650" b="1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Workspace／Team／凭证</a:t>
                      </a:r>
                      <a:endParaRPr sz="1650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内置企业 IM 接入</a:t>
                      </a:r>
                      <a:endParaRPr sz="1650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Identity／Policy／A2A</a:t>
                      </a:r>
                      <a:endParaRPr sz="1650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 b="0">
                          <a:solidFill>
                            <a:srgbClr val="142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业务协作可在应用层实现</a:t>
                      </a:r>
                      <a:endParaRPr sz="1650" b="0">
                        <a:solidFill>
                          <a:srgbClr val="14283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609600" y="4572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场景适配与选型方向</a:t>
            </a:r>
            <a:endParaRPr sz="3150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3817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  AgentCore 产品调研</a:t>
            </a:r>
            <a:endParaRPr sz="1125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5240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007C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250" b="1">
                <a:solidFill>
                  <a:srgbClr val="007C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7C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阿里云 AgentCore</a:t>
            </a:r>
            <a:endParaRPr sz="2250" b="1">
              <a:solidFill>
                <a:srgbClr val="007C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381750" y="15240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C66B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250" b="1">
                <a:solidFill>
                  <a:srgbClr val="C66B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C66B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Amazon Bedrock AgentCore</a:t>
            </a:r>
            <a:endParaRPr sz="2250" b="1">
              <a:solidFill>
                <a:srgbClr val="C66B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217170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已有阿里云业务与国内办公入口</a:t>
            </a:r>
            <a:endParaRPr sz="1950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2628900"/>
            <a:ext cx="5048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优先验证 AgentCore 的 VPC、云资源及企业 IM 接入。</a:t>
            </a:r>
            <a:endParaRPr sz="1725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32956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希望快速配置岗位 Agent</a:t>
            </a:r>
            <a:endParaRPr sz="1950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3752850"/>
            <a:ext cx="5048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QwenPaw／Qoder 托管流程减少执行引擎部署工作。</a:t>
            </a:r>
            <a:endParaRPr sz="1725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441960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需知识库或长期记忆</a:t>
            </a:r>
            <a:endParaRPr sz="1950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4876800"/>
            <a:ext cx="5048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先验证高代码／SDK 路径，避免依赖 Harness 暂不支持项。</a:t>
            </a:r>
            <a:endParaRPr sz="1725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381750" y="217170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 AWS 应用与服务治理</a:t>
            </a:r>
            <a:endParaRPr sz="1950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381750" y="2628900"/>
            <a:ext cx="5048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优先验证 Runtime、Gateway、Identity 的组合。</a:t>
            </a:r>
            <a:endParaRPr sz="1725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81750" y="32956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已有代码框架或需强会话隔离</a:t>
            </a:r>
            <a:endParaRPr sz="1950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381750" y="3752850"/>
            <a:ext cx="5048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Runtime 保留应用框架，microVM 提供独立会话资源。</a:t>
            </a:r>
            <a:endParaRPr sz="1725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381750" y="441960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42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需要平台化共享能力</a:t>
            </a:r>
            <a:endParaRPr sz="1950" b="1">
              <a:solidFill>
                <a:srgbClr val="142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381750" y="4876800"/>
            <a:ext cx="5048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4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按需组合记忆、工具与策略服务，评估跨服务运维成本。</a:t>
            </a:r>
            <a:endParaRPr sz="1725" b="0">
              <a:solidFill>
                <a:srgbClr val="54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2575</Words>
  <Application>WPS 演示</Application>
  <PresentationFormat>Converted Presentation</PresentationFormat>
  <Paragraphs>302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 Unicode MS</vt:lpstr>
      <vt:lpstr>Aptos</vt:lpstr>
      <vt:lpstr>Segoe UI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stephen dai</cp:lastModifiedBy>
  <cp:revision>1</cp:revision>
  <dcterms:created xsi:type="dcterms:W3CDTF">2026-10-12T09:47:46Z</dcterms:created>
  <dcterms:modified xsi:type="dcterms:W3CDTF">2026-10-12T09:47:46Z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EE088AC46621480F82E496F6AF7BC135_12</vt:lpwstr>
  </property>
</Properties>
</file>